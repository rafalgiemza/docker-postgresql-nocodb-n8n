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repeat:participant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repeat:testimonial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repeat:goal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1. GLOBALNE (bez markera)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lead.contact_name: {{lead.contact_name}}</a:t>
            </a:r>
          </a:p>
          <a:p>
            <a:r>
              <a:rPr sz="1300"/>
              <a:t>lead.name: {{lead.name}}   |   lead.type: {{lead.type}}   |   lead.stage: {{lead.stage}}</a:t>
            </a:r>
          </a:p>
          <a:p>
            <a:r>
              <a:rPr sz="1300"/>
              <a:t>lead.value: {{lead.value}}   |   lead.training_hours: {{lead.training_hours}}</a:t>
            </a:r>
          </a:p>
          <a:p>
            <a:r>
              <a:rPr sz="1300"/>
              <a:t>lead.training_goals: {{lead.training_goals}}</a:t>
            </a:r>
          </a:p>
          <a:p>
            <a:r>
              <a:rPr sz="1300"/>
              <a:t>company.name: {{company.name}}</a:t>
            </a:r>
          </a:p>
          <a:p>
            <a:r>
              <a:rPr sz="1300"/>
              <a:t>offer.date: {{offer.date}}   |   offer.price: {{offer.price}}   |   offer.hours: {{offer.hours}}</a:t>
            </a:r>
          </a:p>
          <a:p>
            <a:r>
              <a:rPr sz="1300"/>
              <a:t>offer.variant: {{offer.variant}}   |   offer.participants_count: {{offer.participants_count}}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2. UCZESTNIK — notatka: repeat:participant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full_name: {{participant.full_name}}      (bez prefiksu: {{full_name}})</a:t>
            </a:r>
          </a:p>
          <a:p>
            <a:r>
              <a:rPr sz="1300"/>
              <a:t>position: {{participant.position}}</a:t>
            </a:r>
          </a:p>
          <a:p>
            <a:r>
              <a:rPr sz="1300"/>
              <a:t>needs_summary: {{participant.needs_summary}}</a:t>
            </a:r>
          </a:p>
          <a:p>
            <a:r>
              <a:rPr sz="1300"/>
              <a:t/>
            </a:r>
          </a:p>
          <a:p>
            <a:r>
              <a:rPr sz="1300"/>
              <a:t>OCENY - skrot a.*:   o={{a.o}}  r={{a.r}}  a={{a.a}}  f={{a.f}}  c={{a.c}}</a:t>
            </a:r>
          </a:p>
          <a:p>
            <a:r>
              <a:rPr sz="1300"/>
              <a:t>OCENY - z prefiksem: o={{participant.a.o}}  r={{participant.a.r}}</a:t>
            </a:r>
          </a:p>
          <a:p>
            <a:r>
              <a:rPr sz="1300"/>
              <a:t/>
            </a:r>
          </a:p>
          <a:p>
            <a:r>
              <a:rPr sz="1300"/>
              <a:t>assessment.position: {{assessment.position}}</a:t>
            </a:r>
          </a:p>
          <a:p>
            <a:r>
              <a:rPr sz="1300"/>
              <a:t>assessment.needs_summary: {{assessment.needs_summary}}</a:t>
            </a:r>
          </a:p>
          <a:p>
            <a:r>
              <a:rPr sz="1300"/>
              <a:t>assessment.title: {{assessment.title}}   |   assessment.level: {{assessment.level}}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3. REFERENCJA — notatka: repeat:testimonial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title: {{testimonial.title}}</a:t>
            </a:r>
          </a:p>
          <a:p>
            <a:r>
              <a:rPr sz="1300"/>
              <a:t>client_name: {{testimonial.client_name}}      (alias: {{testimonial.name}})</a:t>
            </a:r>
          </a:p>
          <a:p>
            <a:r>
              <a:rPr sz="1300"/>
              <a:t>position: {{testimonial.position}}</a:t>
            </a:r>
          </a:p>
          <a:p>
            <a:r>
              <a:rPr sz="1300"/>
              <a:t>content: {{testimonial.content}}</a:t>
            </a:r>
          </a:p>
          <a:p>
            <a:r>
              <a:rPr sz="1300"/>
              <a:t/>
            </a:r>
          </a:p>
          <a:p>
            <a:r>
              <a:rPr sz="1300"/>
              <a:t>bez prefiksu: {{title}} / {{client_name}} / {{position}} / {{content}}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4. PUSTA LISTA — notatka: repeat:goal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Ten slajd MA zniknac z wyniku (brak klucza 'goal' w danych)</a:t>
            </a:r>
          </a:p>
          <a:p>
            <a:r>
              <a:rPr sz="1300"/>
              <a:t>i zostawic ostrzezenie: repeat:goal slide dropped - no items</a:t>
            </a:r>
          </a:p>
          <a:p>
            <a:r>
              <a:rPr sz="1300"/>
              <a:t>{{goal.title}}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