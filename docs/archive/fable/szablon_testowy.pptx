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0" r:id="rId12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repeat:participant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repeat:testimonial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repeat:nonexistent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repeat:module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1. GLOBALNE (bez markera)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lead.contact_name: {{lead.contact_name}}</a:t>
            </a:r>
          </a:p>
          <a:p>
            <a:r>
              <a:rPr sz="1300"/>
              <a:t>lead.type: {{lead.type}}   |   lead.contact_email: {{lead.contact_email}}</a:t>
            </a:r>
          </a:p>
          <a:p>
            <a:r>
              <a:rPr sz="1300"/>
              <a:t>lead.contact_phone: {{lead.contact_phone}}   |   lead.industry: {{lead.industry}}</a:t>
            </a:r>
          </a:p>
          <a:p>
            <a:r>
              <a:rPr sz="1300"/>
              <a:t>lead.notes: {{lead.notes}}</a:t>
            </a:r>
          </a:p>
          <a:p>
            <a:r>
              <a:rPr sz="1300"/>
              <a:t>company.name: {{company.name}}   |   company.industry: {{company.industry}}</a:t>
            </a:r>
          </a:p>
          <a:p>
            <a:r>
              <a:rPr sz="1300"/>
              <a:t>company.notes: {{company.notes}}</a:t>
            </a:r>
          </a:p>
          <a:p>
            <a:r>
              <a:rPr sz="1300"/>
              <a:t>company.communication_processes: {{company.communication_processes}}</a:t>
            </a:r>
          </a:p>
          <a:p>
            <a:r>
              <a:rPr sz="1300"/>
              <a:t>company.business_impact: {{company.business_impact}}</a:t>
            </a:r>
          </a:p>
          <a:p>
            <a:r>
              <a:rPr sz="1300"/>
              <a:t>meeting.goals: {{meeting.goals}}   |   meeting.challenges: {{meeting.challenges}}</a:t>
            </a:r>
          </a:p>
          <a:p>
            <a:r>
              <a:rPr sz="1300"/>
              <a:t>meeting.business_context: {{meeting.business_context}}</a:t>
            </a:r>
          </a:p>
          <a:p>
            <a:r>
              <a:rPr sz="1300"/>
              <a:t>meeting.communication_situations: {{meeting.communication_situations}}</a:t>
            </a:r>
          </a:p>
          <a:p>
            <a:r>
              <a:rPr sz="1300"/>
              <a:t>offer.date: {{offer.date}}   |   offer.price: {{offer.price}}   |   offer.hours: {{offer.hours}}</a:t>
            </a:r>
          </a:p>
          <a:p>
            <a:r>
              <a:rPr sz="1300"/>
              <a:t>offer.variant: {{offer.variant}}   |   offer.participants_count: {{offer.participants_count}}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2. UCZESTNIK — notatka: repeat:participant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full_name: {{participant.full_name}}      (bez prefiksu: {{full_name}})</a:t>
            </a:r>
          </a:p>
          <a:p>
            <a:r>
              <a:rPr sz="1300"/>
              <a:t>position: {{participant.position}}</a:t>
            </a:r>
          </a:p>
          <a:p>
            <a:r>
              <a:rPr sz="1300"/>
              <a:t/>
            </a:r>
          </a:p>
          <a:p>
            <a:r>
              <a:rPr sz="1300"/>
              <a:t>OCENY - skrot a.*:   o={{a.o}}  r={{a.r}}  a={{a.a}}  f={{a.f}}  c={{a.c}}</a:t>
            </a:r>
          </a:p>
          <a:p>
            <a:r>
              <a:rPr sz="1300"/>
              <a:t>OCENY - z prefiksem: o={{participant.a.o}}  r={{participant.a.r}}</a:t>
            </a:r>
          </a:p>
          <a:p>
            <a:r>
              <a:rPr sz="1300"/>
              <a:t/>
            </a:r>
          </a:p>
          <a:p>
            <a:r>
              <a:rPr sz="1300"/>
              <a:t>assessment.needs_summary: {{assessment.needs_summary}}</a:t>
            </a:r>
          </a:p>
          <a:p>
            <a:r>
              <a:rPr sz="1300"/>
              <a:t>assessment.strengths: {{assessment.strengths}}</a:t>
            </a:r>
          </a:p>
          <a:p>
            <a:r>
              <a:rPr sz="1300"/>
              <a:t>assessment.gaps: {{assessment.gaps}}</a:t>
            </a:r>
          </a:p>
          <a:p>
            <a:r>
              <a:rPr sz="1300"/>
              <a:t/>
            </a:r>
          </a:p>
          <a:p>
            <a:r>
              <a:rPr sz="1300"/>
              <a:t>recommendation.type: {{recommendation.type}}   |   recommendation.priority: {{recommendation.priority}}</a:t>
            </a:r>
          </a:p>
          <a:p>
            <a:r>
              <a:rPr sz="1300"/>
              <a:t>recommendation.headline: {{recommendation.headline}}</a:t>
            </a:r>
          </a:p>
          <a:p>
            <a:r>
              <a:rPr sz="1300"/>
              <a:t>recommendation.rationale: {{recommendation.rationale}}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4. REFERENCJA — notatka: repeat:testimonial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title: {{testimonial.title}}</a:t>
            </a:r>
          </a:p>
          <a:p>
            <a:r>
              <a:rPr sz="1300"/>
              <a:t>client_name: {{testimonial.client_name}}      (alias: {{testimonial.name}})</a:t>
            </a:r>
          </a:p>
          <a:p>
            <a:r>
              <a:rPr sz="1300"/>
              <a:t>position: {{testimonial.position}}</a:t>
            </a:r>
          </a:p>
          <a:p>
            <a:r>
              <a:rPr sz="1300"/>
              <a:t>content: {{testimonial.content}}</a:t>
            </a:r>
          </a:p>
          <a:p>
            <a:r>
              <a:rPr sz="1300"/>
              <a:t/>
            </a:r>
          </a:p>
          <a:p>
            <a:r>
              <a:rPr sz="1300"/>
              <a:t>bez prefiksu: {{title}} / {{client_name}} / {{position}} / {{content}}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5. PUSTA LISTA — notatka: repeat:nonexistent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Ten slajd MA zniknac z wyniku (brak klucza 'nonexistent' w danych)</a:t>
            </a:r>
          </a:p>
          <a:p>
            <a:r>
              <a:rPr sz="1300"/>
              <a:t>i zostawic ostrzezenie: repeat:nonexistent slide dropped - no items</a:t>
            </a:r>
          </a:p>
          <a:p>
            <a:r>
              <a:rPr sz="1300"/>
              <a:t>{{nonexistent.title}}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3. MODUL — notatka: repeat:module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sort_order: {{module.sort_order}}   |   hours: {{module.hours}}   |   mode: {{module.mode}}</a:t>
            </a:r>
          </a:p>
          <a:p>
            <a:r>
              <a:rPr sz="1300"/>
              <a:t>title: {{module.title}}</a:t>
            </a:r>
          </a:p>
          <a:p>
            <a:r>
              <a:rPr sz="1300"/>
              <a:t>goal_statement: {{module.goal_statement}}</a:t>
            </a:r>
          </a:p>
          <a:p>
            <a:r>
              <a:rPr sz="1300"/>
              <a:t>participant_name: {{module.participant_name}}</a:t>
            </a:r>
          </a:p>
          <a:p>
            <a:r>
              <a:rPr sz="1300"/>
              <a:t/>
            </a:r>
          </a:p>
          <a:p>
            <a:r>
              <a:rPr sz="1300"/>
              <a:t>ETAP {{module.sort_order}}: {{module.title}} ({{module.hours}}h, {{module.mode}}) dla {{module.participant_name}}</a:t>
            </a:r>
          </a:p>
          <a:p>
            <a:r>
              <a:rPr sz="1300"/>
              <a:t/>
            </a:r>
          </a:p>
          <a:p>
            <a:r>
              <a:rPr sz="1300"/>
              <a:t>PULAPKA: na tym slajdzie participant.full_name celuje w globalna liste, nie w osobe - dlatego jest module.participant_name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