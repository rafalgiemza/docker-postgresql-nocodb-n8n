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f6ca78fa78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f6ca78fa78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f6ca78fa78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f6ca78fa7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200"/>
              <a:t>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 txBox="1"/>
          <p:nvPr/>
        </p:nvSpPr>
        <p:spPr>
          <a:xfrm>
            <a:off x="152400" y="1524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 </a:t>
            </a:r>
            <a:endParaRPr/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